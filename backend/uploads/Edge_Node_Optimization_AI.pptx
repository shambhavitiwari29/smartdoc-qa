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Latency (ms)</c:v>
                  </c:pt>
                  <c:pt idx="1">
                    <c:v>CPU Usage (%)</c:v>
                  </c:pt>
                  <c:pt idx="2">
                    <c:v>Energy (W)</c:v>
                  </c:pt>
                  <c:pt idx="3">
                    <c:v>Throughput (Mbps)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78</c:v>
                </c:pt>
                <c:pt idx="2">
                  <c:v>65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AI-Optimized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Latency (ms)</c:v>
                  </c:pt>
                  <c:pt idx="1">
                    <c:v>CPU Usage (%)</c:v>
                  </c:pt>
                  <c:pt idx="2">
                    <c:v>Energy (W)</c:v>
                  </c:pt>
                  <c:pt idx="3">
                    <c:v>Throughput (Mbps)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45</c:v>
                </c:pt>
                <c:pt idx="2">
                  <c:v>32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73152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08760"/>
            <a:ext cx="502920" cy="5029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86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3716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 OPTIMIZATION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1920240" y="205740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ARTIFICIAL INTELLIGENCE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Resource Management at the Network Edge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Edge Computing  •  Performance  •  Efficiency  • 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08960" y="457200"/>
            <a:ext cx="56692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08960" y="45720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46120" y="4572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to Edge Computing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08960" y="996696"/>
            <a:ext cx="5669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996696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99669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Challenges at the Edge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1536192"/>
            <a:ext cx="56692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0" y="1536192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53619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Role of AI in Optimization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08960" y="2075688"/>
            <a:ext cx="5669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08960" y="2075688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207568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AI Techniques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108960" y="2615184"/>
            <a:ext cx="56692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08960" y="2615184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261518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Architecture &amp; Framework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108960" y="3154680"/>
            <a:ext cx="5669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08960" y="315468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46120" y="31546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Performance Metrics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108960" y="3694176"/>
            <a:ext cx="56692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08960" y="3694176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46120" y="369417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Use Cases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108960" y="4233672"/>
            <a:ext cx="5669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08960" y="4233672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46120" y="42336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Conclusion &amp;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EDGE COMPUTING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566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344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Edge Computing?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5146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closer to the source (device/sensor) rather than in a centralized cloud. Minimizes latency and bandwidth usage.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3566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100584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344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25146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devices, routers, micro-servers, and IoT hubs that process workloads locally before transmitting to cloud infrastructure.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1005840"/>
            <a:ext cx="2743200" cy="3566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005840"/>
            <a:ext cx="2743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344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Optimize?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25146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nodes waste power, increase latency, and reduce reliability. Intelligent optimization is key for real-time applications.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AT THE EDGE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CPU, RAM, and storage on edge devices make it hard to run complex tasks.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Workloads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9184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patterns fluctuate unpredictably, demanding adaptive resource allocation.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 Demands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1792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applications like AR/VR and autonomous vehicles need sub-10ms response.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286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08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6576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Battery-powered nodes must minimize energy use while maintaining performance.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15468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089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Threats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9184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nodes face increased attack surfaces and lack centralized monitoring.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8076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94A3B8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0896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6656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1792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thousands of edge nodes consistently is a major operational challenge.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AI IN EDGE NODE OPTIMIZATION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904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94560" y="1508760"/>
            <a:ext cx="1645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74320" y="25603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94560" y="2971800"/>
            <a:ext cx="1645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74320" y="39319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94560" y="4343400"/>
            <a:ext cx="1645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858000" y="109728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1508760"/>
            <a:ext cx="-1645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6858000" y="25603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2560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0" y="2971800"/>
            <a:ext cx="-1645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858000" y="3931920"/>
            <a:ext cx="19202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83680" y="4343400"/>
            <a:ext cx="-1645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 as the central intelligence layer, continuously learning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 behavior to dynamically optimize performance and resources.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AI TECHNIQUES FOR OPTIMIZATION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6400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optimal resource allocation policies through trial and reward feedback loops.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6400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202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591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workload spikes, network congestion, and failure patterns in real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6400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260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649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models locally on each node without sharing raw data — privacy-preserving.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31920"/>
            <a:ext cx="6400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Time-Series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37083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future demand using historical telemetry from edge nodes.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EDGE OPTIMIZATION ARCHITECTURE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87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IoT Devices &amp; Sensors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cameras, sensors, actuators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10972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933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Edge Nodes (AI Engine)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59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inference, scheduling, load balancing, anomaly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74320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10972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Edge Gateway / Aggregator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64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updates, federated learning coordination, regional control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7490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10972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050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Cloud / Central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370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training, policy updates, monitoring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AI vs TRADITIONAL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834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1188720"/>
            <a:ext cx="914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0" y="1234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1722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Reduction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2423160"/>
            <a:ext cx="2834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2423160"/>
            <a:ext cx="914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468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722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3657600"/>
            <a:ext cx="283464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3657600"/>
            <a:ext cx="914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17220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8892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7889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7099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edge nodes detect machine anomalies in real-time, reducing downtime by up to 45%.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960120"/>
            <a:ext cx="278892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960120"/>
            <a:ext cx="27889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91840" y="17099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Sub-5ms decision-making for obstacle avoidance using on-vehicle edge AI processors.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960120"/>
            <a:ext cx="278892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960120"/>
            <a:ext cx="278892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IoT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63640" y="17099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monitoring with federated learning preserving data privacy.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82880" y="2926080"/>
            <a:ext cx="278892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82880" y="2926080"/>
            <a:ext cx="27889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089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20040" y="36758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optimization, energy grid management, and public safety at scale.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54680" y="2926080"/>
            <a:ext cx="278892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154680" y="2926080"/>
            <a:ext cx="2788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1089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Networks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91840" y="36758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spectrum allocation and load balancing across base stations.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78892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2926080"/>
            <a:ext cx="27889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1089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108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AR/VR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63640" y="367588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rendering and personalized recommendations at the network edge.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FUTURE SCOPE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50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600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edge optimization significantly reduces latency, energy, and cost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8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2199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&amp; Federated Learning are the most promising techniques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9864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84378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deployments show 40–75% performance gains over traditional methods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4655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Integration of LLMs and foundation models at the edge for context-aware decisions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42232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40873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Standardized benchmarks and open-source AI edge frameworks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Edge AI is the Future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Node Optimization Using AI</dc:title>
  <dc:subject>PptxGenJS Presentation</dc:subject>
  <dc:creator>PptxGenJS</dc:creator>
  <cp:lastModifiedBy>PptxGenJS</cp:lastModifiedBy>
  <cp:revision>1</cp:revision>
  <dcterms:created xsi:type="dcterms:W3CDTF">2026-05-03T13:39:31Z</dcterms:created>
  <dcterms:modified xsi:type="dcterms:W3CDTF">2026-05-03T13:39:31Z</dcterms:modified>
</cp:coreProperties>
</file>